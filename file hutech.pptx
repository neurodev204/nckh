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ungee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23772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7774" y="123556"/>
            <a:ext cx="18465045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13737961" y="5794821"/>
            <a:ext cx="4689309" cy="3828245"/>
          </a:xfrm>
          <a:custGeom>
            <a:avLst/>
            <a:gdLst/>
            <a:ahLst/>
            <a:cxnLst/>
            <a:rect r="r" b="b" t="t" l="l"/>
            <a:pathLst>
              <a:path h="3828245" w="4689309">
                <a:moveTo>
                  <a:pt x="0" y="0"/>
                </a:moveTo>
                <a:lnTo>
                  <a:pt x="4689309" y="0"/>
                </a:lnTo>
                <a:lnTo>
                  <a:pt x="4689309" y="3828245"/>
                </a:lnTo>
                <a:lnTo>
                  <a:pt x="0" y="382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400647" y="6897723"/>
            <a:ext cx="6349091" cy="2780624"/>
          </a:xfrm>
          <a:custGeom>
            <a:avLst/>
            <a:gdLst/>
            <a:ahLst/>
            <a:cxnLst/>
            <a:rect r="r" b="b" t="t" l="l"/>
            <a:pathLst>
              <a:path h="2780624" w="6349091">
                <a:moveTo>
                  <a:pt x="0" y="0"/>
                </a:moveTo>
                <a:lnTo>
                  <a:pt x="6349091" y="0"/>
                </a:lnTo>
                <a:lnTo>
                  <a:pt x="6349091" y="2780624"/>
                </a:lnTo>
                <a:lnTo>
                  <a:pt x="0" y="2780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92170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37774" y="123556"/>
            <a:ext cx="18680511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92170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37774" y="123556"/>
            <a:ext cx="18680511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92170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37774" y="123556"/>
            <a:ext cx="18680511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92170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37774" y="123556"/>
            <a:ext cx="18680511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92170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37774" y="123556"/>
            <a:ext cx="18394172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-2766876" y="7575018"/>
            <a:ext cx="5533751" cy="1961966"/>
          </a:xfrm>
          <a:custGeom>
            <a:avLst/>
            <a:gdLst/>
            <a:ahLst/>
            <a:cxnLst/>
            <a:rect r="r" b="b" t="t" l="l"/>
            <a:pathLst>
              <a:path h="1961966" w="5533751">
                <a:moveTo>
                  <a:pt x="0" y="0"/>
                </a:moveTo>
                <a:lnTo>
                  <a:pt x="5533752" y="0"/>
                </a:lnTo>
                <a:lnTo>
                  <a:pt x="5533752" y="1961967"/>
                </a:lnTo>
                <a:lnTo>
                  <a:pt x="0" y="19619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523426" y="4434093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1" y="0"/>
                </a:lnTo>
                <a:lnTo>
                  <a:pt x="4953541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23283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7774" y="123556"/>
            <a:ext cx="18682075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572329" y="6103039"/>
            <a:ext cx="3784068" cy="3218226"/>
          </a:xfrm>
          <a:custGeom>
            <a:avLst/>
            <a:gdLst/>
            <a:ahLst/>
            <a:cxnLst/>
            <a:rect r="r" b="b" t="t" l="l"/>
            <a:pathLst>
              <a:path h="3218226" w="3784068">
                <a:moveTo>
                  <a:pt x="0" y="0"/>
                </a:moveTo>
                <a:lnTo>
                  <a:pt x="3784068" y="0"/>
                </a:lnTo>
                <a:lnTo>
                  <a:pt x="3784068" y="3218226"/>
                </a:lnTo>
                <a:lnTo>
                  <a:pt x="0" y="3218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263" y="237926"/>
            <a:ext cx="3999547" cy="1284854"/>
          </a:xfrm>
          <a:custGeom>
            <a:avLst/>
            <a:gdLst/>
            <a:ahLst/>
            <a:cxnLst/>
            <a:rect r="r" b="b" t="t" l="l"/>
            <a:pathLst>
              <a:path h="1284854" w="3999547">
                <a:moveTo>
                  <a:pt x="0" y="0"/>
                </a:moveTo>
                <a:lnTo>
                  <a:pt x="3999546" y="0"/>
                </a:lnTo>
                <a:lnTo>
                  <a:pt x="3999546" y="1284854"/>
                </a:lnTo>
                <a:lnTo>
                  <a:pt x="0" y="128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35772" y="1522780"/>
            <a:ext cx="18523283" cy="0"/>
          </a:xfrm>
          <a:prstGeom prst="line">
            <a:avLst/>
          </a:prstGeom>
          <a:ln cap="flat" w="190500">
            <a:solidFill>
              <a:srgbClr val="004A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7774" y="123556"/>
            <a:ext cx="18682075" cy="0"/>
          </a:xfrm>
          <a:prstGeom prst="line">
            <a:avLst/>
          </a:prstGeom>
          <a:ln cap="flat" w="190500">
            <a:solidFill>
              <a:srgbClr val="004AAD">
                <a:alpha val="3882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32706" y="66371"/>
            <a:ext cx="566372" cy="114370"/>
            <a:chOff x="0" y="0"/>
            <a:chExt cx="755162" cy="15249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52493" cy="15249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B6CE6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304893" y="0"/>
              <a:ext cx="152493" cy="152493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609068" y="6399"/>
              <a:ext cx="146094" cy="14609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1FF7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35772" y="9536985"/>
            <a:ext cx="17495072" cy="907387"/>
            <a:chOff x="0" y="0"/>
            <a:chExt cx="4607756" cy="2389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07756" cy="238983"/>
            </a:xfrm>
            <a:custGeom>
              <a:avLst/>
              <a:gdLst/>
              <a:ahLst/>
              <a:cxnLst/>
              <a:rect r="r" b="b" t="t" l="l"/>
              <a:pathLst>
                <a:path h="238983" w="4607756">
                  <a:moveTo>
                    <a:pt x="0" y="0"/>
                  </a:moveTo>
                  <a:lnTo>
                    <a:pt x="4607756" y="0"/>
                  </a:lnTo>
                  <a:lnTo>
                    <a:pt x="4607756" y="238983"/>
                  </a:lnTo>
                  <a:lnTo>
                    <a:pt x="0" y="23898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4607756" cy="334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TRI THỨC - ĐẠO ĐỨC - SÁNG TẠO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222609" y="9454615"/>
            <a:ext cx="1064902" cy="832385"/>
            <a:chOff x="0" y="0"/>
            <a:chExt cx="280468" cy="2192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468" cy="219229"/>
            </a:xfrm>
            <a:custGeom>
              <a:avLst/>
              <a:gdLst/>
              <a:ahLst/>
              <a:cxnLst/>
              <a:rect r="r" b="b" t="t" l="l"/>
              <a:pathLst>
                <a:path h="219229" w="280468">
                  <a:moveTo>
                    <a:pt x="0" y="0"/>
                  </a:moveTo>
                  <a:lnTo>
                    <a:pt x="280468" y="0"/>
                  </a:lnTo>
                  <a:lnTo>
                    <a:pt x="280468" y="219229"/>
                  </a:lnTo>
                  <a:lnTo>
                    <a:pt x="0" y="219229"/>
                  </a:lnTo>
                  <a:close/>
                </a:path>
              </a:pathLst>
            </a:custGeom>
            <a:solidFill>
              <a:srgbClr val="FEEB0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0468" cy="2573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8397" y="9406990"/>
            <a:ext cx="18424794" cy="47625"/>
            <a:chOff x="0" y="0"/>
            <a:chExt cx="4852621" cy="1254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52621" cy="12543"/>
            </a:xfrm>
            <a:custGeom>
              <a:avLst/>
              <a:gdLst/>
              <a:ahLst/>
              <a:cxnLst/>
              <a:rect r="r" b="b" t="t" l="l"/>
              <a:pathLst>
                <a:path h="12543" w="4852621">
                  <a:moveTo>
                    <a:pt x="0" y="0"/>
                  </a:moveTo>
                  <a:lnTo>
                    <a:pt x="4852621" y="0"/>
                  </a:lnTo>
                  <a:lnTo>
                    <a:pt x="48526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EE2313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85262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864238" y="-1076617"/>
            <a:ext cx="13295051" cy="13295051"/>
          </a:xfrm>
          <a:custGeom>
            <a:avLst/>
            <a:gdLst/>
            <a:ahLst/>
            <a:cxnLst/>
            <a:rect r="r" b="b" t="t" l="l"/>
            <a:pathLst>
              <a:path h="13295051" w="13295051">
                <a:moveTo>
                  <a:pt x="0" y="0"/>
                </a:moveTo>
                <a:lnTo>
                  <a:pt x="13295051" y="0"/>
                </a:lnTo>
                <a:lnTo>
                  <a:pt x="13295051" y="13295051"/>
                </a:lnTo>
                <a:lnTo>
                  <a:pt x="0" y="13295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DAHQZUKoALg</dc:identifier>
  <dcterms:modified xsi:type="dcterms:W3CDTF">2011-08-01T06:04:30Z</dcterms:modified>
  <cp:revision>1</cp:revision>
  <dc:title>file hutech</dc:title>
</cp:coreProperties>
</file>